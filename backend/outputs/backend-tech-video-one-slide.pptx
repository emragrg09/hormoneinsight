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c388f13c2d4173" /><Relationship Type="http://schemas.openxmlformats.org/officeDocument/2006/relationships/extended-properties" Target="/docProps/app.xml" Id="R5279128dc0c94f79" /><Relationship Type="http://schemas.openxmlformats.org/officeDocument/2006/relationships/officeDocument" Target="/ppt/presentation.xml" Id="R7d2897a2377045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c3c7d491604c54"/>
  </p:sldMasterIdLst>
  <p:notesMasterIdLst>
    <p:notesMasterId xmlns:r="http://schemas.openxmlformats.org/officeDocument/2006/relationships" r:id="R1393a3aa86b3463f"/>
  </p:notesMasterIdLst>
  <p:sldIdLst>
    <p:sldId xmlns:r="http://schemas.openxmlformats.org/officeDocument/2006/relationships" id="256" r:id="R168c3b18a10e4c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1ed2fe534e4c3b" /><Relationship Type="http://schemas.openxmlformats.org/officeDocument/2006/relationships/slideMaster" Target="/ppt/slideMasters/slideMaster1.xml" Id="R86c3c7d491604c54" /><Relationship Type="http://schemas.openxmlformats.org/officeDocument/2006/relationships/notesMaster" Target="/ppt/notesMasters/notesMaster1.xml" Id="R1393a3aa86b3463f" /><Relationship Type="http://schemas.openxmlformats.org/officeDocument/2006/relationships/presProps" Target="/ppt/presProps.xml" Id="R4d5fba94a0b245da" /><Relationship Type="http://schemas.openxmlformats.org/officeDocument/2006/relationships/tableStyles" Target="/ppt/tableStyles.xml" Id="Rf1b20e02a535461e" /><Relationship Type="http://schemas.openxmlformats.org/officeDocument/2006/relationships/slide" Target="/ppt/slides/slide1.xml" Id="R168c3b18a10e4c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b94f31fba24d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0a0fe2eb674b3f" /><Relationship Type="http://schemas.openxmlformats.org/officeDocument/2006/relationships/notesMaster" Target="/ppt/notesMasters/notesMaster1.xml" Id="R826f11b367604a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fb7c2e4db347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969738c2a74a0e" /><Relationship Type="http://schemas.openxmlformats.org/officeDocument/2006/relationships/slideLayout" Target="/ppt/slideLayouts/slideLayout1.xml" Id="R2e509fe341f64f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509fe341f64f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2262ac7c044a2" /><Relationship Type="http://schemas.openxmlformats.org/officeDocument/2006/relationships/notesSlide" Target="/ppt/notesSlides/notesSlide1.xml" Id="R0d476b51339c4a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F788B0-81C0-4C12-A537-BCF83963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A55"/>
                </a:solidFill>
              </a:defRPr>
            </a:pPr>
            <a:r>
              <a:rPr sz="1125" b="1">
                <a:solidFill>
                  <a:srgbClr val="007A55"/>
                </a:solidFill>
              </a:rPr>
              <a:t>TECH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7EA10-43FE-4D76-BC10-544EC4F3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Backend architecture for the model estimate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0EEEF-BF72-4FE8-80EC-87009CDB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A saved NumPy logistic-regression model is trained on linked NHANES 2021-2023 modules.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CEC93-0CEC-4C97-A6F2-644CE8C6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29527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AA0A7-B2EC-40D9-80B5-A1FE90B2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666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30C50-F037-4AE9-B05D-30646DC2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95575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1.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F2AF7-3B76-457B-BA6C-03A77481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076575"/>
            <a:ext cx="2533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NHANES modules merged by SEQN: demographics, reproductive health, body measures, hormones, labs, lipids, and pregnancy test.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29E79-4D1E-4482-9EE1-B308D9DC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267075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B907C-49B6-45A5-90EF-BD783471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24125"/>
            <a:ext cx="29527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597B9-C90B-4C56-A907-DD22864A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24125"/>
            <a:ext cx="666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251F3-BC55-4656-BA59-223ACCC5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695575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2.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806F5-61E1-4B16-A013-C2FF51DB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076575"/>
            <a:ext cx="2533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Class-balanced logistic regression in NumPy. Target: self-reported menopause/change of life as reason for no regular periods.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3B0B1-622A-40E2-9D55-05555DC7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267075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DD81DC-ABBF-45AE-B36A-7EE67EC3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524125"/>
            <a:ext cx="29527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28CD4-EC42-4073-8736-3BD99D54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524125"/>
            <a:ext cx="666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22FE"/>
          </a:solidFill>
          <a:ln xmlns:a="http://schemas.openxmlformats.org/drawingml/2006/main" w="0">
            <a:solidFill>
              <a:srgbClr val="7F22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DCE7E-4662-4C65-AF2C-803533E4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695575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3. Artifacts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7A073B-7BDC-42E3-9ABF-9686DEBF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076575"/>
            <a:ext cx="2533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Saved weights, bias, feature order, imputation, category mappings, scaling parameters, threshold, metrics, and metadata.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23F3B0-177A-4E50-BEB5-3B7BD503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00625"/>
            <a:ext cx="9258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45905C-B640-4355-B1CF-0888C49B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72075"/>
            <a:ext cx="861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4F3B"/>
                </a:solidFill>
              </a:defRPr>
            </a:pPr>
            <a:r>
              <a:rPr sz="1425" b="1">
                <a:solidFill>
                  <a:srgbClr val="004F3B"/>
                </a:solidFill>
              </a:rPr>
              <a:t>Careful wording: this is a model estimate based on self-reported NHANES data, not clinically confirmed menopause, not a diagnosis, and not treatment advice.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776248-4020-4110-B832-9BC2EF4B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Research prototype. Not a clinical diagnosis.</a:t>
            </a:r>
          </a:p>
        </p:txBody>
      </p:sp>
    </p:spTree>
    <p:extLst>
      <p:ext uri="{BB962C8B-B14F-4D97-AF65-F5344CB8AC3E}">
        <p14:creationId xmlns:p14="http://schemas.microsoft.com/office/powerpoint/2010/main" val="1491235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2026-07-19T09:39:49.7690000Z</dcterms:created>
  <dcterms:modified xsi:type="dcterms:W3CDTF">2026-07-19T09:39:49.7690000Z</dcterms:modified>
</coreProperties>
</file>